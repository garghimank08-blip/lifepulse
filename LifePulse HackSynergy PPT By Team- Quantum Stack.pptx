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2D28-2C54-CF11-CDDB-B32073F4D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931C1-A805-F208-59CA-D15A48D4C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9D81D-C2CD-9EA1-4F2A-1A7CEE30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673A-60F2-74BC-1356-C29F1E54A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FCA93-0A4E-8D33-7FF3-5FB59266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120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32EA-D68A-AE4A-AA3B-A208625B5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B17EA-8F87-6E02-4943-CC066C3CD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93923-2642-6B3A-C120-2BB22807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17B56-7F5C-B357-373A-A73E4D398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E33E8-BC11-EB8C-C9B9-A967EAAA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6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68B8C-B1D5-E02E-8401-62AA61DA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84ABC-59F0-DF92-8045-3AED14134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865CF-03C1-3D71-FAD8-76ACCF02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82BD8-946E-997C-A405-843711E5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B4B2-38C6-A8F2-17C0-0495CF71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9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2CAF-7991-6E0F-BF3A-B74703C89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4382-4599-086E-4559-416333270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F7353-9E71-C685-634B-F38630D4D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4973A-F7CB-93CF-31B0-730F096E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8D8AB-9B0D-35DE-1681-7E117C8F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064B2-B594-68C4-82AD-6C63D479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69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A1CE-67E2-E3CC-0980-9C7AB9C69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674CD-0B95-BAE7-D665-7228B618A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72651-B297-C557-B569-043158DBE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39365F-1808-BF7E-E394-5B7EEA3B8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B5EB8-EC65-1033-C667-51D05A636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7B1B22-2E71-7749-458F-D859E7F3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D5715-F96F-08D9-8FEF-5F61F3E03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5E1B9-2B42-2CA8-B8A7-19DE17E9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95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9B49-88C9-D432-ECBC-F7A1AE68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680FE-4213-9208-3807-15ADFDB6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E045E-9F2C-F72D-C84A-E21027513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C24AB-B92B-A8B5-B6C3-D170CA56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15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6FBC62-1AEF-023B-2E19-60F7B12F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C9E09-92C3-3B33-553B-7F34A535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681B7-DDF2-44B5-7E69-FED660E6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52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E9A0-BF24-6498-8393-DFFADF408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A03A1-4806-52CB-4361-C28882616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212A2-591C-AA63-0FE9-D7488B741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AEE3A-E31E-C8EB-94AE-836DFD5C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6647D-EE94-401E-7A93-661E77F42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68127-93A1-7F6A-F926-E15AC798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93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1D28-1154-AB0C-A343-7DB6BF30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C5AF8C-6D44-9E76-BAAD-0A067F43F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41D33-17AC-97B5-472D-2FD48B85E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5A1B1-54FE-713E-13C4-27798795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04222-194E-14CD-7710-25E9679F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02554-13FF-C40A-B198-E3D0E07A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44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B308-0103-CB0B-5B2F-47A95928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3006B8-093D-3C50-2F59-19C93A202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F154B-FA0C-70E5-6DB3-02764888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34D4B-8924-8629-859F-FABCABE1A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06D5F-E65D-B5FA-079C-79E23216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941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C2EF0-37D1-51AA-ACCE-E7C66620E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2BCB4-3889-012C-8E49-B8D901177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46758-5CC2-BEE2-A241-D5FC58CA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A6233-13F4-C4B2-0A29-0367E251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8F214-54FA-C025-4F08-44D4F875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64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B1F75-6930-499E-9400-5952EA75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B3F65-067D-9A2C-CA13-A4C3A5BA0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A1B8D-64B6-236C-0B6A-98D46AA24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26441-4E96-45A8-B8A6-867354D26735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F6484-0A9B-5491-078E-47E1B2589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FD7CE-C19F-F87D-D05E-CCC3B1F4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7B3E1-1765-43F3-8FF4-9751B881E3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37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F8737-4FF5-CD43-699E-C9E855215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07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E8CBFC-7B83-CF95-BAE1-8050F51CC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63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C24FEF-BFA6-9CD7-01A5-37D02A669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23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3478A2-5E75-245C-3ACA-3E933362A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8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C9FDAC-D0BC-83A3-0DFF-FE927F4BF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4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48129-F392-8A5D-65A8-1C1F47A45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10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0E4602-437B-1C2D-C6F7-B6344ED78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2807D6-F265-293C-5B2D-25564A6E8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916BEF-17AE-485E-C3A6-CFCA70A84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3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D351EE-E6B5-6E45-3D7D-0CF33E681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2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Himank Garg</dc:creator>
  <cp:lastModifiedBy>Himank Garg</cp:lastModifiedBy>
  <cp:revision>1</cp:revision>
  <dcterms:created xsi:type="dcterms:W3CDTF">2026-08-07T09:27:04Z</dcterms:created>
  <dcterms:modified xsi:type="dcterms:W3CDTF">2026-08-07T09:31:07Z</dcterms:modified>
</cp:coreProperties>
</file>